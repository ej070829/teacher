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8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32233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468880" cy="24688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9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스마트팩토리 동아리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듀얼리티 체스봇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475488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F4F8"/>
                </a:solidFill>
              </a:rPr>
              <a:t>현실과 가상 공간의 실시간 동기화를 기반으로 한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F4F8"/>
                </a:solidFill>
              </a:rPr>
              <a:t>양방향 인터랙티브 체스 시스템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Unity VR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34290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4884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Digital Twin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34290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AI Chess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34290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3212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Real-time Sync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34290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2376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Robot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B5"/>
                </a:solidFill>
              </a:rPr>
              <a:t>제주한라대학교 공학기술교육혁신센터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</a:rPr>
              <a:t>무엇을 만드나요?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8F4F8"/>
                </a:solidFill>
              </a:rPr>
              <a:t>VR(가상현실) 체스 환경과 물리적 현실 체스판을 실시간으로 연결하여, 두 세계가 동시에 작동하는 양방향 인터랙티브 체스 시스템을 개발합니다.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8F4F8"/>
                </a:solidFill>
              </a:rPr>
              <a:t>가상에서 말을 움직이면 현실에서도 자동으로 이동하고, 현실에서 말을 움직이면 가상 공간에도 즉시 반영됩니다.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3749040" cy="10058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20640" y="914400"/>
            <a:ext cx="64008" cy="100584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9496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FF"/>
                </a:solidFill>
              </a:rPr>
              <a:t>2개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9496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환경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현실 + 가상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3749040" cy="10058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64008" cy="100584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949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FF"/>
                </a:solidFill>
              </a:rPr>
              <a:t>6가지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94960" y="2633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개발 목표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핵심 기능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291840"/>
            <a:ext cx="3749040" cy="10058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120640" y="3291840"/>
            <a:ext cx="64008" cy="100584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949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FF"/>
                </a:solidFill>
              </a:rPr>
              <a:t>5명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팀원 구성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8B5"/>
                </a:solidFill>
              </a:rPr>
              <a:t>역할 분담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</a:rPr>
              <a:t>💡  체스라는 명확한 규칙 기반 게임을 통해 현실-가상 융합 기술의 가능성을 직접 구현합니다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기술 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8463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🕹️  Unity VR 가상 환경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Unity 기반 3D 체스판 및 VR 인터페이스 구현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사용자 인터랙션(말 선택·이동·시점제어) 기능 개발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7375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실시간 양방향 동기화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현실↔가상 데이터 실시간 전송 구조 설계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네트워크 지연 최소화 알고리즘 적용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물리 자동 구동 장치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리니어 레일 기반 X-Y축 체스 말 이동 장치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스텝 모터 정밀 제어로 현실 체스판 자동화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73752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센서 기반 입력 인식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홀 센서·자석으로 체스 말 위치 실시간 감지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현실 입력을 디지털 데이터로 변환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" y="3657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AI 체스 엔진 연동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체스 AI 엔진 통합, 사람 대 AI 모드 구현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다양한 난이도 및 전략적 상호작용 지원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1605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64008" cy="107899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73752" y="3657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멀티 게임 모드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사람 vs 사람 / 사람 vs AI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A8B5"/>
                </a:solidFill>
              </a:rPr>
              <a:t>현실–가상 직접 대전 및 관전 모드 지원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동작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600200"/>
          </a:xfrm>
          <a:prstGeom prst="rect">
            <a:avLst/>
          </a:prstGeom>
          <a:solidFill>
            <a:srgbClr val="132233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🕹️ 가상 → 현실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VR에서 말 선택·이동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F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21408" y="1417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가상 좌표 생성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84448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85616" y="1417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85616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서버 동기화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48656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F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9824" y="1417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49824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모터 제어 명령 전송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12864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14032" y="1417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14032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현실 체스판 자동 이동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8503920" cy="1600200"/>
          </a:xfrm>
          <a:prstGeom prst="rect">
            <a:avLst/>
          </a:prstGeom>
          <a:solidFill>
            <a:srgbClr val="132233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2807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B0"/>
                </a:solidFill>
              </a:rPr>
              <a:t>♟️ 현실 → 가상 흐름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2E1A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현실에서 말 이동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B0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121408" y="3200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2E1A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121408" y="32004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센서 위치 감지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84448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B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785616" y="3200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2E1A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785616" y="32004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디지털 데이터 변환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48656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B0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49824" y="3200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2E1A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449824" y="32004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서버 동기화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12864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B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114032" y="32004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A2E1A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114032" y="32004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VR 체스판 업데이트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모드 &amp; 기대효과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</a:rPr>
              <a:t>🎮  지원 게임 모드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690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사람 vs 사람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VR 공간에서 원격으로 대전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0690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사람 vs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체스 AI 엔진과 전략 대결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690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현실–가상 대전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현실 플레이어와 VR 플레이어 동시 대결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40690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11480" y="3840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관전 모드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현실/VR 양쪽에서 실시간 관전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B0"/>
                </a:solidFill>
              </a:rPr>
              <a:t>✨  기대효과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397764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기술적 역량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VR·HW·네트워크 융합 개발 경험 확보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397764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2194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교육적 활용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원격 체스 교육 및 AI 대전 학습 도구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017520"/>
            <a:ext cx="397764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3212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산업 적용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원격협업·로보틱스·XR 콘텐츠 분야 확장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397764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37760" y="3840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3212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확장 가능성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디지털 트윈·스마트팩토리 기술 기반 마련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구성 &amp; 역할 분담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팀명: 듀얼리티 체스봇 (Duality Chessbot)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8B5"/>
                </a:solidFill>
              </a:rPr>
              <a:t>현실 × 가상, 두 세계를 동시에 구현하는 융합형 개발팀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160020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60020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C8FF"/>
                </a:solidFill>
              </a:rPr>
              <a:t>팀장 / VR 개발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Unity 기반 VR 체스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시스템 및 UI 구현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600200"/>
            <a:ext cx="160020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011680" y="1600200"/>
            <a:ext cx="160020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68880" y="1828800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84832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6B6B"/>
                </a:solidFill>
              </a:rPr>
              <a:t>하드웨어 설계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리니어 레일 장치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스텝 모터 제어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600200"/>
            <a:ext cx="160020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749040" y="1600200"/>
            <a:ext cx="1600200" cy="73152"/>
          </a:xfrm>
          <a:prstGeom prst="rect">
            <a:avLst/>
          </a:prstGeom>
          <a:solidFill>
            <a:srgbClr val="FFB3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206240" y="1828800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2062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22192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B347"/>
                </a:solidFill>
              </a:rPr>
              <a:t>센싱 &amp; 입력처리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2219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체스 말 위치 인식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데이터 변환 처리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600200"/>
            <a:ext cx="160020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486400" y="1600200"/>
            <a:ext cx="1600200" cy="73152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0" y="1828800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59552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E5B0"/>
                </a:solidFill>
              </a:rPr>
              <a:t>네트워크 &amp; 동기화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955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실시간 데이터 연동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동기화 프로토콜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1600200"/>
            <a:ext cx="160020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223760" y="1600200"/>
            <a:ext cx="1600200" cy="73152"/>
          </a:xfrm>
          <a:prstGeom prst="rect">
            <a:avLst/>
          </a:prstGeom>
          <a:solidFill>
            <a:srgbClr val="CC9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680960" y="1828800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C9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680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296912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C99FF"/>
                </a:solidFill>
              </a:rPr>
              <a:t>AI &amp; 통합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96912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체스 AI 엔진 연동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8BA8B5"/>
                </a:solidFill>
              </a:rPr>
              <a:t>전체 시스템 통합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4622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</a:rPr>
              <a:t>각 팀원의 전문 영역을 결합하여 소프트웨어 + 하드웨어 + 네트워크를 통합하는 융합형 프로젝트를 수행합니다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일정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28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28600" cy="228600"/>
          </a:xfrm>
          <a:prstGeom prst="ellipse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20624" y="1371600"/>
            <a:ext cx="0" cy="438912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54864" cy="566928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1133856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133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</a:rPr>
              <a:t>1단계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1133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6월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기획 &amp; 기술 조사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31673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역할 분담, 관련 기술 조사, 자문 진행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92224"/>
            <a:ext cx="228600" cy="22860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0624" y="2020824"/>
            <a:ext cx="0" cy="438912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1655064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1655064"/>
            <a:ext cx="54864" cy="566928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1783080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1783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9BD5"/>
                </a:solidFill>
              </a:rPr>
              <a:t>2단계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7~8월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가상 환경 개발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1965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Unity VR 체스판, 게임 로직, UI 구현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441448"/>
            <a:ext cx="228600" cy="228600"/>
          </a:xfrm>
          <a:prstGeom prst="ellipse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20624" y="2670048"/>
            <a:ext cx="0" cy="438912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5800" y="2304288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85800" y="2304288"/>
            <a:ext cx="54864" cy="566928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77240" y="2432304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24323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AD47"/>
                </a:solidFill>
              </a:rPr>
              <a:t>3단계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8~9월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HW &amp; 네트워크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26151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리니어 레일 장치 제작, 동기화 구조 구축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228600" cy="228600"/>
          </a:xfrm>
          <a:prstGeom prst="ellipse">
            <a:avLst/>
          </a:prstGeom>
          <a:solidFill>
            <a:srgbClr val="FFB3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0624" y="3319272"/>
            <a:ext cx="0" cy="438912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5800" y="2953512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85800" y="2953512"/>
            <a:ext cx="54864" cy="566928"/>
          </a:xfrm>
          <a:prstGeom prst="rect">
            <a:avLst/>
          </a:prstGeom>
          <a:solidFill>
            <a:srgbClr val="FFB3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77240" y="308152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7240" y="30815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47"/>
                </a:solidFill>
              </a:rPr>
              <a:t>4단계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448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9~10월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센싱 &amp; AI 연동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14600" y="32644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센서 입력 인식 시스템, AI 체스 엔진 통합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739896"/>
            <a:ext cx="228600" cy="2286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20624" y="3968496"/>
            <a:ext cx="0" cy="438912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85800" y="3602736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85800" y="3602736"/>
            <a:ext cx="5486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77240" y="3730752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77240" y="3730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</a:rPr>
              <a:t>5단계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5544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10~11월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통합 테스트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514600" y="39136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가상–현실 연동, 시나리오 테스트, 최적화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389120"/>
            <a:ext cx="228600" cy="228600"/>
          </a:xfrm>
          <a:prstGeom prst="ellipse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85800" y="4251960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85800" y="4251960"/>
            <a:ext cx="54864" cy="566928"/>
          </a:xfrm>
          <a:prstGeom prst="rect">
            <a:avLst/>
          </a:prstGeom>
          <a:solidFill>
            <a:srgbClr val="00E5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777240" y="4379976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77240" y="43799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B0"/>
                </a:solidFill>
              </a:rPr>
              <a:t>6단계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5448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B5"/>
                </a:solidFill>
              </a:rPr>
              <a:t>12월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최종 발표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514600" y="45628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5"/>
                </a:solidFill>
              </a:rPr>
              <a:t>결과 정리, 성능 검증, 발표 준비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A2A40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A2A40"/>
          </a:solidFill>
          <a:ln w="12700">
            <a:solidFill>
              <a:srgbClr val="00E5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함께 만들어갑니다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E8F4F8"/>
                </a:solidFill>
              </a:rPr>
              <a:t>현실과 가상, 두 세계를 하나로 연결하는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E8F4F8"/>
                </a:solidFill>
              </a:rPr>
              <a:t>듀얼리티 체스봇 팀에 함께해주세요!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017520"/>
            <a:ext cx="1188720" cy="1188720"/>
          </a:xfrm>
          <a:prstGeom prst="ellipse">
            <a:avLst/>
          </a:prstGeom>
          <a:solidFill>
            <a:srgbClr val="132233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28800" y="3035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소프트웨어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개발 경험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3017520"/>
            <a:ext cx="1188720" cy="1188720"/>
          </a:xfrm>
          <a:prstGeom prst="ellipse">
            <a:avLst/>
          </a:prstGeom>
          <a:solidFill>
            <a:srgbClr val="132233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931920" y="3035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하드웨어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제작 경험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1188720" cy="1188720"/>
          </a:xfrm>
          <a:prstGeom prst="ellipse">
            <a:avLst/>
          </a:prstGeom>
          <a:solidFill>
            <a:srgbClr val="132233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35040" y="3035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배우고자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하는 열정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B5"/>
                </a:solidFill>
              </a:rPr>
              <a:t>제주한라대학교 스마트팩토리 동아리  |  듀얼리티 체스봇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603</Words>
  <Application>Microsoft Office PowerPoint</Application>
  <PresentationFormat>화면 슬라이드 쇼(16:9)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은진 이</cp:lastModifiedBy>
  <cp:revision>1</cp:revision>
  <dcterms:created xsi:type="dcterms:W3CDTF">2026-04-19T03:22:40Z</dcterms:created>
  <dcterms:modified xsi:type="dcterms:W3CDTF">2026-04-19T03:25:22Z</dcterms:modified>
</cp:coreProperties>
</file>